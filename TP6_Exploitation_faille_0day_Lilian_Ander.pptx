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707428" y="6169691"/>
            <a:ext cx="4777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</a:t>
            </a:r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05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050" dirty="0"/>
              <a:t>Obligation de notifier les autorités et les personnes concernées /  Enquêtes pour non-respect du RGPD / Poursuites pour atteinte à la vie privée ou espionnage illégal</a:t>
            </a:r>
            <a:endParaRPr lang="fr-FR" sz="2400" dirty="0"/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050" dirty="0"/>
              <a:t>Perte de confiance à tous les niveaux /  Atteinte à la réputation nationale ou institutionnelle</a:t>
            </a:r>
            <a:endParaRPr lang="fr-FR" sz="2400" dirty="0"/>
          </a:p>
          <a:p>
            <a:pPr marL="0" indent="0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</a:p>
          <a:p>
            <a:pPr marL="0" indent="0">
              <a:buNone/>
            </a:pPr>
            <a:r>
              <a:rPr lang="fr-FR" sz="1200" dirty="0"/>
              <a:t>- Isoler les appareils infectés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352</Words>
  <Application>Microsoft Macintosh PowerPoint</Application>
  <PresentationFormat>Grand écran</PresentationFormat>
  <Paragraphs>41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10</cp:revision>
  <dcterms:created xsi:type="dcterms:W3CDTF">2025-10-07T15:26:07Z</dcterms:created>
  <dcterms:modified xsi:type="dcterms:W3CDTF">2025-10-08T08:32:36Z</dcterms:modified>
</cp:coreProperties>
</file>