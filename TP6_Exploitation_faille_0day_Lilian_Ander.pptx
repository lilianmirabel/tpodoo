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4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A0B714-C11C-AF13-9F12-D3BCF8F9A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626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fr-FR" sz="3600" dirty="0"/>
              <a:t>Liste des risques majeurs classé par gravité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B7D059-9A98-E80F-2D9A-02B06E9FB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832"/>
            <a:ext cx="10515600" cy="451828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fr-FR" dirty="0"/>
              <a:t>1. Cyberattaque (ransomware, vol de données utilisateurs).</a:t>
            </a:r>
          </a:p>
          <a:p>
            <a:pPr marL="514350" indent="-514350">
              <a:buAutoNum type="arabicPeriod"/>
            </a:pPr>
            <a:endParaRPr lang="fr-FR" dirty="0"/>
          </a:p>
          <a:p>
            <a:pPr marL="0" indent="0">
              <a:buNone/>
            </a:pPr>
            <a:r>
              <a:rPr lang="fr-FR" dirty="0"/>
              <a:t>2. Indisponibilité prolongée de l’application mobile.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3. Panne du cloud provider ou perte d’accès au serveur.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4. Erreur humaine lors du déploiement d’une mise à jour.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5. Perte de connectivité Internet dans les bureaux.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6. Bad buzz ou crise de à un incident communication suite technique.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582856-CA36-4610-4E3E-4FB4B882E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CDA127-FE27-DE2D-54FD-DB5D50C95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8059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7E15A-6DD4-A43C-BC94-3C9B76FE9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A5A70F-FCCD-3243-BAE1-9B301AC91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626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fr-FR" sz="3600" dirty="0"/>
              <a:t>Liste des risques majeurs classé par probabilité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8A1869-7A0C-8F1E-4536-6058FB1AE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832"/>
            <a:ext cx="10515600" cy="4635131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3. Perte de connectivité Internet dans les bureaux.</a:t>
            </a:r>
          </a:p>
          <a:p>
            <a:pPr marL="0" indent="0">
              <a:buNone/>
            </a:pPr>
            <a:r>
              <a:rPr lang="fr-FR" dirty="0"/>
              <a:t>1. Indisponibilité prolongée de l’application mobile.</a:t>
            </a:r>
          </a:p>
          <a:p>
            <a:pPr marL="0" indent="0">
              <a:buNone/>
            </a:pPr>
            <a:r>
              <a:rPr lang="fr-FR" dirty="0"/>
              <a:t>2. Erreur humaine lors du déploiement d’une mise à jour.</a:t>
            </a:r>
          </a:p>
          <a:p>
            <a:pPr marL="0" indent="0">
              <a:buNone/>
            </a:pPr>
            <a:r>
              <a:rPr lang="fr-FR" dirty="0"/>
              <a:t>4. Cyberattaque (ransomware, vol de données utilisateurs).</a:t>
            </a:r>
          </a:p>
          <a:p>
            <a:pPr marL="0" indent="0">
              <a:buNone/>
            </a:pPr>
            <a:r>
              <a:rPr lang="fr-FR" dirty="0"/>
              <a:t>5. Panne du cloud provider ou perte d’accès au serveur.</a:t>
            </a:r>
          </a:p>
          <a:p>
            <a:pPr marL="0" indent="0">
              <a:buNone/>
            </a:pPr>
            <a:r>
              <a:rPr lang="fr-FR" dirty="0"/>
              <a:t>6. Bad buzz ou crise de communication suite à un incident</a:t>
            </a:r>
          </a:p>
          <a:p>
            <a:pPr marL="0" indent="0">
              <a:buNone/>
            </a:pPr>
            <a:r>
              <a:rPr lang="fr-FR" dirty="0"/>
              <a:t>technique.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0226A48-77C0-E18E-0307-6F56FFAED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0E3E69D-48C8-033B-D0E8-78B3253C2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0805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620</Words>
  <Application>Microsoft Macintosh PowerPoint</Application>
  <PresentationFormat>Grand écran</PresentationFormat>
  <Paragraphs>102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Liste des risques majeurs classé par gravité</vt:lpstr>
      <vt:lpstr>Liste des risques majeurs classé par probabilité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18</cp:revision>
  <dcterms:created xsi:type="dcterms:W3CDTF">2025-10-07T15:26:07Z</dcterms:created>
  <dcterms:modified xsi:type="dcterms:W3CDTF">2025-10-08T09:29:13Z</dcterms:modified>
</cp:coreProperties>
</file>