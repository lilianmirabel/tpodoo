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87"/>
  </p:normalViewPr>
  <p:slideViewPr>
    <p:cSldViewPr snapToGrid="0">
      <p:cViewPr varScale="1">
        <p:scale>
          <a:sx n="104" d="100"/>
          <a:sy n="104" d="100"/>
        </p:scale>
        <p:origin x="89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D1527-66CD-9E4E-9A4A-E615F4AE3ADF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A55F9-2E97-7241-9846-EC9802C82F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067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08A-29ED-0F40-BE4B-112543CE024C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4C394-6D39-F94B-A864-4F5C2BA51027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A96B8-2BF0-0E49-862C-F6F635FAF71A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06A85-1303-2349-BB57-49EA37BA5217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9242F-07D9-8043-A870-6136609D36CE}" type="datetime1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88BC-4391-6849-9602-11617F74056E}" type="datetime1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B5F1D-0359-924A-B38E-06A431E7B969}" type="datetime1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38A17-4958-1340-99B5-05FAB9EDB7C8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56A-66CA-444D-9833-F60B71DADDCE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72BC1-1874-8D4D-8837-B8DB4BBB9254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F1321-2D4D-884C-861E-2CE738DFEB12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4FD2B-80F8-6343-B239-BF7EC7832045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678061" y="5816841"/>
            <a:ext cx="483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technique.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C58524-2B16-E108-8C75-D058E4A0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5BA5A3-8BFE-5283-8FC7-9E2212EC4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20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</a:t>
            </a:r>
            <a:r>
              <a:rPr lang="fr-FR" sz="1200" dirty="0"/>
              <a:t>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200" dirty="0"/>
              <a:t>Obligation de notifier les autorités et les personnes concernées /  Enquêtes pour non-respect du RGPD / Poursuites pour atteinte à la vie privée ou espionnage illégal</a:t>
            </a:r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200" dirty="0"/>
              <a:t>Perte de confiance à tous les niveaux /  Atteinte à la réputation nationale ou institutionnelle</a:t>
            </a:r>
          </a:p>
          <a:p>
            <a:pPr marL="0" indent="0" algn="ctr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3D2484-C384-6659-8C2A-8BAEA522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7A20D0-87BD-2E48-052E-D8F96A9F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&amp; infectés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23B818-5F9F-6C4B-67AD-F3BA60E0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B7B0D7-8EC8-06A9-71B4-C52401F4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368</Words>
  <Application>Microsoft Macintosh PowerPoint</Application>
  <PresentationFormat>Grand écran</PresentationFormat>
  <Paragraphs>45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Ander PICIURA</cp:lastModifiedBy>
  <cp:revision>15</cp:revision>
  <dcterms:created xsi:type="dcterms:W3CDTF">2025-10-07T15:26:07Z</dcterms:created>
  <dcterms:modified xsi:type="dcterms:W3CDTF">2025-10-08T08:46:01Z</dcterms:modified>
</cp:coreProperties>
</file>