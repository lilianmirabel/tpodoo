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  <p:sldId id="269" r:id="rId12"/>
    <p:sldId id="268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4"/>
  </p:normalViewPr>
  <p:slideViewPr>
    <p:cSldViewPr snapToGrid="0">
      <p:cViewPr varScale="1">
        <p:scale>
          <a:sx n="104" d="100"/>
          <a:sy n="104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637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2B7E2238-892B-7FD8-065D-1CBDCD4B6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018999"/>
              </p:ext>
            </p:extLst>
          </p:nvPr>
        </p:nvGraphicFramePr>
        <p:xfrm>
          <a:off x="6517054" y="3428999"/>
          <a:ext cx="567494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611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3752335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26611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Maintient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607C5-8744-2DA8-280B-A1786B69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178"/>
            <a:ext cx="10515600" cy="502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Proposez une stratégie de sauvegarde et de restauration</a:t>
            </a:r>
          </a:p>
          <a:p>
            <a:pPr>
              <a:buFontTx/>
              <a:buChar char="-"/>
            </a:pPr>
            <a:r>
              <a:rPr lang="fr-FR" sz="1800" dirty="0"/>
              <a:t>Sauvegarde quotidienne et automatique des données</a:t>
            </a:r>
          </a:p>
          <a:p>
            <a:pPr>
              <a:buFontTx/>
              <a:buChar char="-"/>
            </a:pPr>
            <a:r>
              <a:rPr lang="fr-FR" sz="1800" dirty="0"/>
              <a:t>Utilisation de divers supports de stockages de données (cloud, disques, etc.)</a:t>
            </a:r>
          </a:p>
          <a:p>
            <a:pPr>
              <a:buFontTx/>
              <a:buChar char="-"/>
            </a:pPr>
            <a:r>
              <a:rPr lang="fr-FR" sz="1800" dirty="0"/>
              <a:t>Utilisation d’un système de </a:t>
            </a:r>
            <a:r>
              <a:rPr lang="fr-FR" sz="1800" dirty="0" err="1"/>
              <a:t>versionning</a:t>
            </a:r>
            <a:r>
              <a:rPr lang="fr-FR" sz="1800" dirty="0"/>
              <a:t> pour le SI (</a:t>
            </a:r>
            <a:r>
              <a:rPr lang="fr-FR" sz="1800" dirty="0" err="1"/>
              <a:t>github</a:t>
            </a:r>
            <a:r>
              <a:rPr lang="fr-FR" sz="1800" dirty="0"/>
              <a:t>, git)</a:t>
            </a:r>
          </a:p>
          <a:p>
            <a:pPr>
              <a:buFontTx/>
              <a:buChar char="-"/>
            </a:pPr>
            <a:endParaRPr lang="fr-FR" sz="1800" dirty="0"/>
          </a:p>
          <a:p>
            <a:pPr marL="0" indent="0">
              <a:buNone/>
            </a:pPr>
            <a:r>
              <a:rPr lang="fr-FR" b="1" dirty="0"/>
              <a:t>Décrivez les étapes de reprise après incident</a:t>
            </a:r>
          </a:p>
          <a:p>
            <a:pPr marL="514350" indent="-514350">
              <a:buAutoNum type="arabicPeriod"/>
            </a:pPr>
            <a:r>
              <a:rPr lang="fr-FR" sz="1900" dirty="0"/>
              <a:t>Analyse et vérification sur l’impact  et l’incidence du système et des données.</a:t>
            </a:r>
          </a:p>
          <a:p>
            <a:pPr marL="514350" indent="-514350">
              <a:buAutoNum type="arabicPeriod"/>
            </a:pPr>
            <a:r>
              <a:rPr lang="fr-FR" sz="1900" dirty="0"/>
              <a:t>Décision des différents acteurs sur les actions à entreprendre.</a:t>
            </a:r>
          </a:p>
          <a:p>
            <a:pPr marL="514350" indent="-514350">
              <a:buAutoNum type="arabicPeriod"/>
            </a:pPr>
            <a:r>
              <a:rPr lang="fr-FR" sz="1900" dirty="0"/>
              <a:t>Phase de test pour la validation des bons fonctionnements du système.</a:t>
            </a:r>
          </a:p>
          <a:p>
            <a:pPr marL="514350" indent="-514350">
              <a:buAutoNum type="arabicPeriod"/>
            </a:pPr>
            <a:r>
              <a:rPr lang="fr-FR" sz="1900" dirty="0"/>
              <a:t>Communication signaler la correction du problème.</a:t>
            </a:r>
          </a:p>
          <a:p>
            <a:pPr marL="514350" indent="-514350">
              <a:buAutoNum type="arabicPeriod"/>
            </a:pPr>
            <a:r>
              <a:rPr lang="fr-FR" sz="1900" dirty="0"/>
              <a:t>Re-disponibilité du service et retour a la normal.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69D77-0AED-1B9F-655F-3CB02B952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CAEB9D-1C87-3C2D-AD84-7D4CB66F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D2CFAD4-DCE8-55A5-FA23-37EFFBE7AB09}"/>
              </a:ext>
            </a:extLst>
          </p:cNvPr>
          <p:cNvSpPr txBox="1">
            <a:spLocks/>
          </p:cNvSpPr>
          <p:nvPr/>
        </p:nvSpPr>
        <p:spPr>
          <a:xfrm>
            <a:off x="838200" y="238770"/>
            <a:ext cx="10515600" cy="795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Plan de Reprise d’Activité </a:t>
            </a:r>
          </a:p>
        </p:txBody>
      </p:sp>
    </p:spTree>
    <p:extLst>
      <p:ext uri="{BB962C8B-B14F-4D97-AF65-F5344CB8AC3E}">
        <p14:creationId xmlns:p14="http://schemas.microsoft.com/office/powerpoint/2010/main" val="3349946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785F6-CB24-B3F1-DDF4-AA80F84F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Schéma simplifié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9B9E37-71C8-26A3-AEE9-02166F45F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234254-AF9E-26C1-1B25-8150666D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EF4814-C6BF-9ABD-4797-6C1A8863C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482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4878E-C162-9487-A85B-191EA970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Fiche PRA/PCA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C38C2D-D08E-76BA-90A4-72786E65D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/>
              <a:t>Contexte et Enjeux </a:t>
            </a:r>
            <a:r>
              <a:rPr lang="fr-FR" dirty="0"/>
              <a:t>: La startup </a:t>
            </a:r>
            <a:r>
              <a:rPr lang="fr-FR" dirty="0" err="1"/>
              <a:t>Covoit’Ouest</a:t>
            </a:r>
            <a:r>
              <a:rPr lang="fr-FR" dirty="0"/>
              <a:t> situé a La Rochelle </a:t>
            </a:r>
          </a:p>
          <a:p>
            <a:pPr marL="0" indent="0">
              <a:buNone/>
            </a:pPr>
            <a:r>
              <a:rPr lang="fr-FR" dirty="0"/>
              <a:t>est une entreprise qui dépend principalement de ses Systèmes d’Information.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Les enjeux sont donc importants pour </a:t>
            </a:r>
            <a:r>
              <a:rPr lang="fr-FR" dirty="0" err="1"/>
              <a:t>Covoit’Ouest</a:t>
            </a:r>
            <a:r>
              <a:rPr lang="fr-FR" dirty="0"/>
              <a:t> pour :</a:t>
            </a:r>
          </a:p>
          <a:p>
            <a:pPr>
              <a:buFontTx/>
              <a:buChar char="-"/>
            </a:pPr>
            <a:r>
              <a:rPr lang="fr-FR" dirty="0"/>
              <a:t>De garder une continuité du service permanant.</a:t>
            </a:r>
          </a:p>
          <a:p>
            <a:pPr>
              <a:buFontTx/>
              <a:buChar char="-"/>
            </a:pPr>
            <a:r>
              <a:rPr lang="fr-FR" dirty="0"/>
              <a:t>Limiter les pertes et vol de données.</a:t>
            </a:r>
          </a:p>
          <a:p>
            <a:pPr marL="0" indent="0">
              <a:buNone/>
            </a:pPr>
            <a:r>
              <a:rPr lang="fr-FR" dirty="0"/>
              <a:t>- Préserver la stabilité économique de l’entreprise.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3DAA80-D962-A203-22E7-53E858C1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F68BEA-F38E-97E2-48AA-CD2107A16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4690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DE5D65-0CDF-DF6D-1245-ECE8D618A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MATRICE RTO/RPO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0B372A-17B3-4871-25A2-C8EE589FB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A3DDA9E-C759-9AEE-8015-D67931DF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BBE135-05B1-B7DE-C1D4-964D6801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5105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20B45D-C344-9144-A8AF-AC4D198E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1A7F75-C87F-5ADA-F230-19F66191C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principales mesures techniques et organisationnelles.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Les procédures de test et de mise à jour annuelle du plan.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Une courte stratégie de communication de crise (qui parle, à qui, comment ?)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7215B20-6B5F-C641-94FB-DF98F27FC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2678BF-0775-97DD-F00C-BA4CDFEA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87136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893</Words>
  <Application>Microsoft Macintosh PowerPoint</Application>
  <PresentationFormat>Grand écran</PresentationFormat>
  <Paragraphs>166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  <vt:lpstr>Présentation PowerPoint</vt:lpstr>
      <vt:lpstr>Schéma simplifié</vt:lpstr>
      <vt:lpstr>Fiche PRA/PCA</vt:lpstr>
      <vt:lpstr>MATRICE RTO/RPO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35</cp:revision>
  <dcterms:created xsi:type="dcterms:W3CDTF">2025-10-07T15:26:07Z</dcterms:created>
  <dcterms:modified xsi:type="dcterms:W3CDTF">2025-10-08T11:44:24Z</dcterms:modified>
</cp:coreProperties>
</file>