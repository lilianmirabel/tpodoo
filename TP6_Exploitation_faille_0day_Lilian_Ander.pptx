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9" r:id="rId12"/>
    <p:sldId id="26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4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simplifié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B9E37-71C8-26A3-AEE9-02166F45F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Fiche PRA/PCA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Contexte et Enjeux </a:t>
            </a:r>
            <a:r>
              <a:rPr lang="fr-FR" dirty="0"/>
              <a:t>: La startup </a:t>
            </a:r>
            <a:r>
              <a:rPr lang="fr-FR" dirty="0" err="1"/>
              <a:t>Covoit’Ouest</a:t>
            </a:r>
            <a:r>
              <a:rPr lang="fr-FR" dirty="0"/>
              <a:t> situé a La Rochelle </a:t>
            </a:r>
          </a:p>
          <a:p>
            <a:pPr marL="0" indent="0">
              <a:buNone/>
            </a:pPr>
            <a:r>
              <a:rPr lang="fr-FR" dirty="0"/>
              <a:t>est une entreprise qui dépend principalement de ses Systèmes d’Information.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Les enjeux sont donc importants pour </a:t>
            </a:r>
            <a:r>
              <a:rPr lang="fr-FR" dirty="0" err="1"/>
              <a:t>Covoit’Ouest</a:t>
            </a:r>
            <a:r>
              <a:rPr lang="fr-FR" dirty="0"/>
              <a:t> pour :</a:t>
            </a:r>
          </a:p>
          <a:p>
            <a:pPr>
              <a:buFontTx/>
              <a:buChar char="-"/>
            </a:pPr>
            <a:r>
              <a:rPr lang="fr-FR" dirty="0"/>
              <a:t>De garder une continuité du service permanant.</a:t>
            </a:r>
          </a:p>
          <a:p>
            <a:pPr>
              <a:buFontTx/>
              <a:buChar char="-"/>
            </a:pPr>
            <a:r>
              <a:rPr lang="fr-FR" dirty="0"/>
              <a:t>Limiter les pertes et vol de données.</a:t>
            </a:r>
          </a:p>
          <a:p>
            <a:pPr marL="0" indent="0">
              <a:buNone/>
            </a:pPr>
            <a:r>
              <a:rPr lang="fr-FR" dirty="0"/>
              <a:t>- Préserver la stabilité économique de l’entreprise.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DE5D65-0CDF-DF6D-1245-ECE8D618A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RTO/RPO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0B372A-17B3-4871-25A2-C8EE589FB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A3DDA9E-C759-9AEE-8015-D67931DF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BBE135-05B1-B7DE-C1D4-964D6801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5105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1A7F75-C87F-5ADA-F230-19F66191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31628"/>
            <a:ext cx="10515600" cy="5645335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Les principales mesures techniques et organisationnelles.</a:t>
            </a:r>
          </a:p>
          <a:p>
            <a:pPr marL="0" indent="0">
              <a:buNone/>
            </a:pPr>
            <a:r>
              <a:rPr lang="fr-FR" sz="1900" dirty="0"/>
              <a:t>- Sauvegarde quotidienne automatisée.</a:t>
            </a:r>
          </a:p>
          <a:p>
            <a:pPr marL="0" indent="0">
              <a:buNone/>
            </a:pPr>
            <a:r>
              <a:rPr lang="fr-FR" sz="1900" dirty="0"/>
              <a:t>- Redondance des serveurs critiques.</a:t>
            </a:r>
          </a:p>
          <a:p>
            <a:pPr marL="0" indent="0">
              <a:buNone/>
            </a:pPr>
            <a:r>
              <a:rPr lang="fr-FR" sz="1900" dirty="0"/>
              <a:t>- </a:t>
            </a:r>
            <a:r>
              <a:rPr lang="fr-FR" sz="2000" dirty="0"/>
              <a:t>Formation annuelle des employés</a:t>
            </a:r>
            <a:r>
              <a:rPr lang="fr-FR" sz="1900" dirty="0"/>
              <a:t>.</a:t>
            </a:r>
          </a:p>
          <a:p>
            <a:pPr marL="0" indent="0">
              <a:buNone/>
            </a:pPr>
            <a:r>
              <a:rPr lang="fr-FR" sz="1900" dirty="0"/>
              <a:t>- Chiffrement des données.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Les procédures de test et de mise à jour annuelle du plan.</a:t>
            </a:r>
          </a:p>
          <a:p>
            <a:pPr marL="0" indent="0">
              <a:buNone/>
            </a:pPr>
            <a:r>
              <a:rPr lang="fr-FR" dirty="0"/>
              <a:t>- </a:t>
            </a:r>
            <a:r>
              <a:rPr lang="fr-FR" sz="1900" dirty="0"/>
              <a:t>Audit annuel du plan PRA/PCA</a:t>
            </a:r>
          </a:p>
          <a:p>
            <a:pPr marL="0" indent="0">
              <a:buNone/>
            </a:pPr>
            <a:r>
              <a:rPr lang="fr-FR" sz="1900" dirty="0"/>
              <a:t>- Mise à jour annuelle</a:t>
            </a:r>
          </a:p>
          <a:p>
            <a:pPr>
              <a:buFontTx/>
              <a:buChar char="-"/>
            </a:pPr>
            <a:r>
              <a:rPr lang="fr-FR" sz="1900" dirty="0"/>
              <a:t>Compte rendu de test documenté</a:t>
            </a:r>
          </a:p>
          <a:p>
            <a:pPr marL="0" indent="0">
              <a:buNone/>
            </a:pPr>
            <a:endParaRPr lang="fr-FR" sz="1900" dirty="0"/>
          </a:p>
          <a:p>
            <a:r>
              <a:rPr lang="fr-FR" dirty="0"/>
              <a:t>Une courte stratégie de communication de crise (qui parle, à qui, comment ?)</a:t>
            </a:r>
          </a:p>
          <a:p>
            <a:pPr>
              <a:buFontTx/>
              <a:buChar char="-"/>
            </a:pPr>
            <a:r>
              <a:rPr lang="fr-FR" sz="1900" dirty="0"/>
              <a:t>E-mail d’urgence à l’ensemble du personnel.</a:t>
            </a:r>
          </a:p>
          <a:p>
            <a:pPr>
              <a:buFontTx/>
              <a:buChar char="-"/>
            </a:pPr>
            <a:r>
              <a:rPr lang="fr-FR" sz="1900" dirty="0"/>
              <a:t>Message sur l’intranet interne ou Slack / Teams.</a:t>
            </a:r>
          </a:p>
          <a:p>
            <a:pPr>
              <a:buFontTx/>
              <a:buChar char="-"/>
            </a:pPr>
            <a:r>
              <a:rPr lang="fr-FR" sz="2000" dirty="0"/>
              <a:t>Le DSI informe immédiatement le Directeur Général </a:t>
            </a:r>
            <a:endParaRPr lang="fr-FR" sz="19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15B20-6B5F-C641-94FB-DF98F27F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2678BF-0775-97DD-F00C-BA4CDFEA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87136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956</Words>
  <Application>Microsoft Macintosh PowerPoint</Application>
  <PresentationFormat>Grand écran</PresentationFormat>
  <Paragraphs>174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  <vt:lpstr>Schéma simplifié</vt:lpstr>
      <vt:lpstr>Fiche PRA/PCA</vt:lpstr>
      <vt:lpstr>MATRICE RTO/RPO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38</cp:revision>
  <dcterms:created xsi:type="dcterms:W3CDTF">2025-10-07T15:26:07Z</dcterms:created>
  <dcterms:modified xsi:type="dcterms:W3CDTF">2025-10-08T13:29:20Z</dcterms:modified>
</cp:coreProperties>
</file>