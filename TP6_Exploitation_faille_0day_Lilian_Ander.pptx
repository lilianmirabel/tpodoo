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2" r:id="rId6"/>
    <p:sldId id="263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4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547</Words>
  <Application>Microsoft Macintosh PowerPoint</Application>
  <PresentationFormat>Grand écran</PresentationFormat>
  <Paragraphs>101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20</cp:revision>
  <dcterms:created xsi:type="dcterms:W3CDTF">2025-10-07T15:26:07Z</dcterms:created>
  <dcterms:modified xsi:type="dcterms:W3CDTF">2025-10-08T10:40:54Z</dcterms:modified>
</cp:coreProperties>
</file>